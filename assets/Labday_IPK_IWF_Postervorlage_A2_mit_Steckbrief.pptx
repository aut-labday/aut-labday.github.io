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5119350" cy="21383625"/>
  <p:notesSz cx="6669088" cy="97536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1pPr>
    <a:lvl2pPr marL="231231" indent="2198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2pPr>
    <a:lvl3pPr marL="462461" indent="43960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3pPr>
    <a:lvl4pPr marL="694571" indent="65061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4pPr>
    <a:lvl5pPr marL="925800" indent="87042" algn="ctr" rtl="0" fontAlgn="base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charset="0"/>
        <a:ea typeface="+mn-ea"/>
        <a:cs typeface="+mn-cs"/>
      </a:defRPr>
    </a:lvl5pPr>
    <a:lvl6pPr marL="1266052" algn="l" defTabSz="506422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6pPr>
    <a:lvl7pPr marL="1519263" algn="l" defTabSz="506422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7pPr>
    <a:lvl8pPr marL="1772474" algn="l" defTabSz="506422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8pPr>
    <a:lvl9pPr marL="2025684" algn="l" defTabSz="506422" rtl="0" eaLnBrk="1" latinLnBrk="0" hangingPunct="1">
      <a:defRPr sz="3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69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gel, Claudia" initials="EC" lastIdx="1" clrIdx="0">
    <p:extLst>
      <p:ext uri="{19B8F6BF-5375-455C-9EA6-DF929625EA0E}">
        <p15:presenceInfo xmlns:p15="http://schemas.microsoft.com/office/powerpoint/2012/main" userId="S-1-5-21-4261939774-3943204487-856698775-16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6F4"/>
    <a:srgbClr val="CCECFF"/>
    <a:srgbClr val="009879"/>
    <a:srgbClr val="E1E1E3"/>
    <a:srgbClr val="99CCFF"/>
    <a:srgbClr val="66CCFF"/>
    <a:srgbClr val="00CCFF"/>
    <a:srgbClr val="BBE0E3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0611" autoAdjust="0"/>
    <p:restoredTop sz="98472" autoAdjust="0"/>
  </p:normalViewPr>
  <p:slideViewPr>
    <p:cSldViewPr>
      <p:cViewPr>
        <p:scale>
          <a:sx n="100" d="100"/>
          <a:sy n="100" d="100"/>
        </p:scale>
        <p:origin x="2040" y="-3102"/>
      </p:cViewPr>
      <p:guideLst>
        <p:guide orient="horz" pos="1346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1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16" name="Bildplatzhalter 15"/>
          <p:cNvSpPr>
            <a:spLocks noGrp="1"/>
          </p:cNvSpPr>
          <p:nvPr>
            <p:ph type="pic" sz="quarter" idx="16" hasCustomPrompt="1"/>
          </p:nvPr>
        </p:nvSpPr>
        <p:spPr>
          <a:xfrm>
            <a:off x="660816" y="4755467"/>
            <a:ext cx="13805732" cy="1313394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Bild durch Klicken einfügen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27A677-73CC-7868-EBE9-DC0114331A1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30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2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/>
          <p:cNvSpPr>
            <a:spLocks noGrp="1"/>
          </p:cNvSpPr>
          <p:nvPr>
            <p:ph type="pic" sz="quarter" idx="16" hasCustomPrompt="1"/>
          </p:nvPr>
        </p:nvSpPr>
        <p:spPr>
          <a:xfrm>
            <a:off x="660819" y="4755467"/>
            <a:ext cx="8566643" cy="13133948"/>
          </a:xfrm>
          <a:prstGeom prst="rect">
            <a:avLst/>
          </a:prstGeom>
          <a:noFill/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Bild durch Klicken einfügen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9387785" y="11553600"/>
            <a:ext cx="5089732" cy="6335815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Aufzählung nicht kleiner als 36 PT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376817" y="4759285"/>
            <a:ext cx="5089732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</a:t>
            </a:r>
          </a:p>
        </p:txBody>
      </p:sp>
      <p:sp>
        <p:nvSpPr>
          <p:cNvPr id="12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9376817" y="5596538"/>
            <a:ext cx="5089732" cy="472481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7" hasCustomPrompt="1"/>
          </p:nvPr>
        </p:nvSpPr>
        <p:spPr>
          <a:xfrm>
            <a:off x="9390027" y="10712695"/>
            <a:ext cx="5089732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36 PT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CA9BD490-3364-3BA1-8006-375E746E91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BE97D50C-10D1-3339-1CD6-CC67D3CB65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25EB581A-7714-D5AE-B070-1819300CD6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A296A08A-E3B0-6F1C-D997-5E438C705A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39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3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/>
          <p:cNvSpPr>
            <a:spLocks noGrp="1"/>
          </p:cNvSpPr>
          <p:nvPr>
            <p:ph type="pic" sz="quarter" idx="16" hasCustomPrompt="1"/>
          </p:nvPr>
        </p:nvSpPr>
        <p:spPr>
          <a:xfrm>
            <a:off x="660819" y="6219728"/>
            <a:ext cx="6733621" cy="11669688"/>
          </a:xfrm>
          <a:prstGeom prst="rect">
            <a:avLst/>
          </a:prstGeom>
          <a:noFill/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Bild durch Klicken einfügen</a:t>
            </a:r>
          </a:p>
        </p:txBody>
      </p:sp>
      <p:sp>
        <p:nvSpPr>
          <p:cNvPr id="11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90303" y="4873383"/>
            <a:ext cx="6734357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7" hasCustomPrompt="1"/>
          </p:nvPr>
        </p:nvSpPr>
        <p:spPr>
          <a:xfrm>
            <a:off x="7709166" y="4873383"/>
            <a:ext cx="6734357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8"/>
          </p:nvPr>
        </p:nvSpPr>
        <p:spPr>
          <a:xfrm>
            <a:off x="7709167" y="6219728"/>
            <a:ext cx="6734357" cy="11669688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AF6C3B15-9C42-07F6-4C8B-14CB3D87BE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DA1358ED-4047-9F19-833A-EE2DDD31D4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5" name="Textplatzhalter 13">
            <a:extLst>
              <a:ext uri="{FF2B5EF4-FFF2-40B4-BE49-F238E27FC236}">
                <a16:creationId xmlns:a16="http://schemas.microsoft.com/office/drawing/2014/main" id="{68ED5296-2829-2E10-1B91-80F67192A9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95E94E97-95EE-FBC3-AA81-29FB115A8FE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66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4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10674320" y="12828512"/>
            <a:ext cx="3780228" cy="3973172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Aufzählung nicht kleiner als 36 PT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10674320" y="5867193"/>
            <a:ext cx="3780392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</a:t>
            </a:r>
          </a:p>
        </p:txBody>
      </p:sp>
      <p:sp>
        <p:nvSpPr>
          <p:cNvPr id="17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0674320" y="6704445"/>
            <a:ext cx="3780392" cy="3987368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18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10674320" y="11987608"/>
            <a:ext cx="3780228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36 PT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52804" y="5867311"/>
            <a:ext cx="4593109" cy="482450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6" name="Bildplatzhalter 3"/>
          <p:cNvSpPr>
            <a:spLocks noGrp="1"/>
          </p:cNvSpPr>
          <p:nvPr>
            <p:ph type="pic" sz="quarter" idx="18"/>
          </p:nvPr>
        </p:nvSpPr>
        <p:spPr>
          <a:xfrm>
            <a:off x="5597849" y="5867195"/>
            <a:ext cx="4593109" cy="482450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7" name="Bildplatzhalter 3"/>
          <p:cNvSpPr>
            <a:spLocks noGrp="1"/>
          </p:cNvSpPr>
          <p:nvPr>
            <p:ph type="pic" sz="quarter" idx="19"/>
          </p:nvPr>
        </p:nvSpPr>
        <p:spPr>
          <a:xfrm>
            <a:off x="652804" y="11977180"/>
            <a:ext cx="4593109" cy="482450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8" name="Bildplatzhalter 3"/>
          <p:cNvSpPr>
            <a:spLocks noGrp="1"/>
          </p:cNvSpPr>
          <p:nvPr>
            <p:ph type="pic" sz="quarter" idx="20"/>
          </p:nvPr>
        </p:nvSpPr>
        <p:spPr>
          <a:xfrm>
            <a:off x="5597849" y="11977180"/>
            <a:ext cx="4593109" cy="482450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29" name="Textplatzhalter 28"/>
          <p:cNvSpPr>
            <a:spLocks noGrp="1"/>
          </p:cNvSpPr>
          <p:nvPr>
            <p:ph type="body" sz="quarter" idx="21" hasCustomPrompt="1"/>
          </p:nvPr>
        </p:nvSpPr>
        <p:spPr>
          <a:xfrm>
            <a:off x="652803" y="10785583"/>
            <a:ext cx="4592925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30" name="Textplatzhalter 28"/>
          <p:cNvSpPr>
            <a:spLocks noGrp="1"/>
          </p:cNvSpPr>
          <p:nvPr>
            <p:ph type="body" sz="quarter" idx="22" hasCustomPrompt="1"/>
          </p:nvPr>
        </p:nvSpPr>
        <p:spPr>
          <a:xfrm>
            <a:off x="5597849" y="10785583"/>
            <a:ext cx="4592925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31" name="Textplatzhalter 28"/>
          <p:cNvSpPr>
            <a:spLocks noGrp="1"/>
          </p:cNvSpPr>
          <p:nvPr>
            <p:ph type="body" sz="quarter" idx="23" hasCustomPrompt="1"/>
          </p:nvPr>
        </p:nvSpPr>
        <p:spPr>
          <a:xfrm>
            <a:off x="652803" y="16908228"/>
            <a:ext cx="4592925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32" name="Textplatzhalter 28"/>
          <p:cNvSpPr>
            <a:spLocks noGrp="1"/>
          </p:cNvSpPr>
          <p:nvPr>
            <p:ph type="body" sz="quarter" idx="24" hasCustomPrompt="1"/>
          </p:nvPr>
        </p:nvSpPr>
        <p:spPr>
          <a:xfrm>
            <a:off x="5597849" y="16908228"/>
            <a:ext cx="4592925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3E1D7CFA-81BC-C33D-3268-3E19723963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64D8D1F9-DCC0-04E2-1BF8-A3E56EFA47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5" name="Textplatzhalter 13">
            <a:extLst>
              <a:ext uri="{FF2B5EF4-FFF2-40B4-BE49-F238E27FC236}">
                <a16:creationId xmlns:a16="http://schemas.microsoft.com/office/drawing/2014/main" id="{1BDD5999-6322-F1EB-F908-C36B148B65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1ECA28A8-360C-4CC4-D45B-2A605E0F0F7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0364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5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7646369" y="5309019"/>
            <a:ext cx="6820271" cy="2184464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endParaRPr lang="de-DE" dirty="0"/>
          </a:p>
        </p:txBody>
      </p:sp>
      <p:sp>
        <p:nvSpPr>
          <p:cNvPr id="21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52722" y="4465669"/>
            <a:ext cx="6820908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52722" y="5302923"/>
            <a:ext cx="6820908" cy="2184851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29" name="object 11"/>
          <p:cNvSpPr/>
          <p:nvPr userDrawn="1"/>
        </p:nvSpPr>
        <p:spPr>
          <a:xfrm>
            <a:off x="652725" y="7669711"/>
            <a:ext cx="3353961" cy="30221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33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646357" y="4465669"/>
            <a:ext cx="6820271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34" name="object 11"/>
          <p:cNvSpPr/>
          <p:nvPr userDrawn="1"/>
        </p:nvSpPr>
        <p:spPr>
          <a:xfrm>
            <a:off x="4119673" y="7669712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35" name="object 11"/>
          <p:cNvSpPr/>
          <p:nvPr userDrawn="1"/>
        </p:nvSpPr>
        <p:spPr>
          <a:xfrm>
            <a:off x="7646372" y="7669712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36" name="object 11"/>
          <p:cNvSpPr/>
          <p:nvPr userDrawn="1"/>
        </p:nvSpPr>
        <p:spPr>
          <a:xfrm>
            <a:off x="11112670" y="7669712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57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7646369" y="12319349"/>
            <a:ext cx="6820271" cy="2184464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endParaRPr lang="de-DE" dirty="0"/>
          </a:p>
        </p:txBody>
      </p:sp>
      <p:sp>
        <p:nvSpPr>
          <p:cNvPr id="58" name="Textplatzhalt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52722" y="11475999"/>
            <a:ext cx="6820908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59" name="Textplatzhalt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52722" y="12313252"/>
            <a:ext cx="6820908" cy="2184851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60" name="object 11"/>
          <p:cNvSpPr/>
          <p:nvPr userDrawn="1"/>
        </p:nvSpPr>
        <p:spPr>
          <a:xfrm>
            <a:off x="652725" y="14680042"/>
            <a:ext cx="3353961" cy="30221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61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46369" y="11475999"/>
            <a:ext cx="6820271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62" name="object 11"/>
          <p:cNvSpPr/>
          <p:nvPr userDrawn="1"/>
        </p:nvSpPr>
        <p:spPr>
          <a:xfrm>
            <a:off x="4119673" y="14680043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63" name="object 11"/>
          <p:cNvSpPr/>
          <p:nvPr userDrawn="1"/>
        </p:nvSpPr>
        <p:spPr>
          <a:xfrm>
            <a:off x="7646372" y="14680043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64" name="object 11"/>
          <p:cNvSpPr/>
          <p:nvPr userDrawn="1"/>
        </p:nvSpPr>
        <p:spPr>
          <a:xfrm>
            <a:off x="11112682" y="14680043"/>
            <a:ext cx="3353961" cy="3021402"/>
          </a:xfrm>
          <a:custGeom>
            <a:avLst/>
            <a:gdLst/>
            <a:ahLst/>
            <a:cxnLst/>
            <a:rect l="l" t="t" r="r" b="b"/>
            <a:pathLst>
              <a:path w="6661150" h="4038600">
                <a:moveTo>
                  <a:pt x="0" y="4038428"/>
                </a:moveTo>
                <a:lnTo>
                  <a:pt x="6660833" y="4038428"/>
                </a:lnTo>
                <a:lnTo>
                  <a:pt x="6660833" y="0"/>
                </a:lnTo>
                <a:lnTo>
                  <a:pt x="0" y="0"/>
                </a:lnTo>
                <a:lnTo>
                  <a:pt x="0" y="4038428"/>
                </a:lnTo>
                <a:close/>
              </a:path>
            </a:pathLst>
          </a:custGeom>
          <a:solidFill>
            <a:srgbClr val="C7DFF4"/>
          </a:solidFill>
        </p:spPr>
        <p:txBody>
          <a:bodyPr wrap="square" lIns="0" tIns="0" rIns="0" bIns="0" rtlCol="0"/>
          <a:lstStyle/>
          <a:p>
            <a:endParaRPr sz="1652"/>
          </a:p>
        </p:txBody>
      </p:sp>
      <p:sp>
        <p:nvSpPr>
          <p:cNvPr id="65" name="Textplatzhalter 28"/>
          <p:cNvSpPr>
            <a:spLocks noGrp="1"/>
          </p:cNvSpPr>
          <p:nvPr>
            <p:ph type="body" sz="quarter" idx="29" hasCustomPrompt="1"/>
          </p:nvPr>
        </p:nvSpPr>
        <p:spPr>
          <a:xfrm>
            <a:off x="652725" y="17820500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66" name="Textplatzhalter 28"/>
          <p:cNvSpPr>
            <a:spLocks noGrp="1"/>
          </p:cNvSpPr>
          <p:nvPr>
            <p:ph type="body" sz="quarter" idx="30" hasCustomPrompt="1"/>
          </p:nvPr>
        </p:nvSpPr>
        <p:spPr>
          <a:xfrm>
            <a:off x="4119673" y="17795913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67" name="Textplatzhalter 28"/>
          <p:cNvSpPr>
            <a:spLocks noGrp="1"/>
          </p:cNvSpPr>
          <p:nvPr>
            <p:ph type="body" sz="quarter" idx="31" hasCustomPrompt="1"/>
          </p:nvPr>
        </p:nvSpPr>
        <p:spPr>
          <a:xfrm>
            <a:off x="7646372" y="17795913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68" name="Textplatzhalter 28"/>
          <p:cNvSpPr>
            <a:spLocks noGrp="1"/>
          </p:cNvSpPr>
          <p:nvPr>
            <p:ph type="body" sz="quarter" idx="32" hasCustomPrompt="1"/>
          </p:nvPr>
        </p:nvSpPr>
        <p:spPr>
          <a:xfrm>
            <a:off x="11112682" y="17795913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69" name="Textplatzhalter 28"/>
          <p:cNvSpPr>
            <a:spLocks noGrp="1"/>
          </p:cNvSpPr>
          <p:nvPr>
            <p:ph type="body" sz="quarter" idx="33" hasCustomPrompt="1"/>
          </p:nvPr>
        </p:nvSpPr>
        <p:spPr>
          <a:xfrm>
            <a:off x="652621" y="10799992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70" name="Textplatzhalter 28"/>
          <p:cNvSpPr>
            <a:spLocks noGrp="1"/>
          </p:cNvSpPr>
          <p:nvPr>
            <p:ph type="body" sz="quarter" idx="34" hasCustomPrompt="1"/>
          </p:nvPr>
        </p:nvSpPr>
        <p:spPr>
          <a:xfrm>
            <a:off x="4119673" y="10779446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71" name="Textplatzhalter 28"/>
          <p:cNvSpPr>
            <a:spLocks noGrp="1"/>
          </p:cNvSpPr>
          <p:nvPr>
            <p:ph type="body" sz="quarter" idx="35" hasCustomPrompt="1"/>
          </p:nvPr>
        </p:nvSpPr>
        <p:spPr>
          <a:xfrm>
            <a:off x="7646359" y="10780500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72" name="Textplatzhalter 28"/>
          <p:cNvSpPr>
            <a:spLocks noGrp="1"/>
          </p:cNvSpPr>
          <p:nvPr>
            <p:ph type="body" sz="quarter" idx="36" hasCustomPrompt="1"/>
          </p:nvPr>
        </p:nvSpPr>
        <p:spPr>
          <a:xfrm>
            <a:off x="11112682" y="10779446"/>
            <a:ext cx="3353961" cy="420418"/>
          </a:xfrm>
          <a:prstGeom prst="rect">
            <a:avLst/>
          </a:prstGeom>
        </p:spPr>
        <p:txBody>
          <a:bodyPr/>
          <a:lstStyle>
            <a:lvl1pPr>
              <a:defRPr sz="1101" i="1" baseline="0"/>
            </a:lvl1pPr>
          </a:lstStyle>
          <a:p>
            <a:pPr lvl="0"/>
            <a:r>
              <a:rPr lang="de-DE" dirty="0"/>
              <a:t>Bildunterschrift nicht kleiner als 24 Pt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8234AB88-2C35-745E-B522-A209C08DA9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E57AA964-27E9-7101-A81E-C36213EFFC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88A61648-694D-1673-B1E9-0A62501A1E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0BCABC9-79FA-36E8-CD67-5D1CCC7983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70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V06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2"/>
          <p:cNvSpPr>
            <a:spLocks noGrp="1"/>
          </p:cNvSpPr>
          <p:nvPr>
            <p:ph type="body" sz="quarter" idx="10"/>
          </p:nvPr>
        </p:nvSpPr>
        <p:spPr>
          <a:xfrm>
            <a:off x="7646369" y="5309018"/>
            <a:ext cx="6820271" cy="5853530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endParaRPr lang="de-DE" dirty="0"/>
          </a:p>
        </p:txBody>
      </p:sp>
      <p:sp>
        <p:nvSpPr>
          <p:cNvPr id="21" name="Textplatzhalter 2"/>
          <p:cNvSpPr>
            <a:spLocks noGrp="1"/>
          </p:cNvSpPr>
          <p:nvPr>
            <p:ph type="body" sz="quarter" idx="11" hasCustomPrompt="1"/>
          </p:nvPr>
        </p:nvSpPr>
        <p:spPr>
          <a:xfrm>
            <a:off x="652722" y="4465669"/>
            <a:ext cx="6820908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22" name="Textplatzhalter 2"/>
          <p:cNvSpPr>
            <a:spLocks noGrp="1"/>
          </p:cNvSpPr>
          <p:nvPr>
            <p:ph type="body" sz="quarter" idx="12" hasCustomPrompt="1"/>
          </p:nvPr>
        </p:nvSpPr>
        <p:spPr>
          <a:xfrm>
            <a:off x="652722" y="5302919"/>
            <a:ext cx="6820908" cy="585353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33" name="Textplatzhalt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646357" y="4465669"/>
            <a:ext cx="6820271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57" name="Textplatzhalter 2"/>
          <p:cNvSpPr>
            <a:spLocks noGrp="1"/>
          </p:cNvSpPr>
          <p:nvPr>
            <p:ph type="body" sz="quarter" idx="25"/>
          </p:nvPr>
        </p:nvSpPr>
        <p:spPr>
          <a:xfrm>
            <a:off x="7646369" y="12329742"/>
            <a:ext cx="6820271" cy="5853530"/>
          </a:xfrm>
          <a:prstGeom prst="rect">
            <a:avLst/>
          </a:prstGeom>
        </p:spPr>
        <p:txBody>
          <a:bodyPr/>
          <a:lstStyle>
            <a:lvl1pPr marL="247755" indent="-247755" algn="l">
              <a:buClrTx/>
              <a:buFont typeface="Wingdings" pitchFamily="2" charset="2"/>
              <a:buChar char="n"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endParaRPr lang="de-DE" dirty="0"/>
          </a:p>
        </p:txBody>
      </p:sp>
      <p:sp>
        <p:nvSpPr>
          <p:cNvPr id="58" name="Textplatzhalter 2"/>
          <p:cNvSpPr>
            <a:spLocks noGrp="1"/>
          </p:cNvSpPr>
          <p:nvPr>
            <p:ph type="body" sz="quarter" idx="26" hasCustomPrompt="1"/>
          </p:nvPr>
        </p:nvSpPr>
        <p:spPr>
          <a:xfrm>
            <a:off x="652722" y="11486391"/>
            <a:ext cx="6820908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59" name="Textplatzhalter 2"/>
          <p:cNvSpPr>
            <a:spLocks noGrp="1"/>
          </p:cNvSpPr>
          <p:nvPr>
            <p:ph type="body" sz="quarter" idx="27" hasCustomPrompt="1"/>
          </p:nvPr>
        </p:nvSpPr>
        <p:spPr>
          <a:xfrm>
            <a:off x="652722" y="12323644"/>
            <a:ext cx="6820908" cy="5853530"/>
          </a:xfrm>
          <a:prstGeom prst="rect">
            <a:avLst/>
          </a:prstGeom>
        </p:spPr>
        <p:txBody>
          <a:bodyPr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1652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Fließtext nicht kleiner als 36 PT</a:t>
            </a:r>
          </a:p>
        </p:txBody>
      </p:sp>
      <p:sp>
        <p:nvSpPr>
          <p:cNvPr id="61" name="Textplatzhalter 2"/>
          <p:cNvSpPr>
            <a:spLocks noGrp="1"/>
          </p:cNvSpPr>
          <p:nvPr>
            <p:ph type="body" sz="quarter" idx="28" hasCustomPrompt="1"/>
          </p:nvPr>
        </p:nvSpPr>
        <p:spPr>
          <a:xfrm>
            <a:off x="7646369" y="11486391"/>
            <a:ext cx="6820271" cy="639408"/>
          </a:xfrm>
          <a:prstGeom prst="rect">
            <a:avLst/>
          </a:prstGeom>
          <a:solidFill>
            <a:srgbClr val="EAEAEA"/>
          </a:solidFill>
        </p:spPr>
        <p:txBody>
          <a:bodyPr tIns="54000" bIns="54000" anchor="ctr" anchorCtr="0"/>
          <a:lstStyle>
            <a:lvl1pPr marL="0" indent="0" algn="l">
              <a:buClr>
                <a:srgbClr val="EAEAEA"/>
              </a:buClr>
              <a:buFont typeface="Wingdings" pitchFamily="2" charset="2"/>
              <a:buNone/>
              <a:defRPr sz="2203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30373" indent="-165187">
              <a:buFont typeface="Wingdings" pitchFamily="2" charset="2"/>
              <a:buChar char="n"/>
              <a:defRPr/>
            </a:lvl2pPr>
            <a:lvl3pPr marL="495560">
              <a:defRPr/>
            </a:lvl3pPr>
            <a:lvl4pPr marL="660746">
              <a:defRPr/>
            </a:lvl4pPr>
            <a:lvl5pPr marL="825933" indent="-165187">
              <a:defRPr/>
            </a:lvl5pPr>
          </a:lstStyle>
          <a:p>
            <a:pPr lvl="0"/>
            <a:r>
              <a:rPr lang="de-DE" dirty="0"/>
              <a:t>Zwischenüberschrift 48 PT / 36 PT</a:t>
            </a:r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D4A47113-5B2A-6983-B5B8-6034B42B29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CD5724A6-8521-369D-7AD6-B0345B9312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4" name="Textplatzhalter 13">
            <a:extLst>
              <a:ext uri="{FF2B5EF4-FFF2-40B4-BE49-F238E27FC236}">
                <a16:creationId xmlns:a16="http://schemas.microsoft.com/office/drawing/2014/main" id="{45AA80FB-BDC7-7AC5-2B3A-4C6682DD2B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53DC5A59-2794-2053-993C-3F4492C28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38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mit Steckbrie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7">
            <a:extLst>
              <a:ext uri="{FF2B5EF4-FFF2-40B4-BE49-F238E27FC236}">
                <a16:creationId xmlns:a16="http://schemas.microsoft.com/office/drawing/2014/main" id="{B74B1E79-EEAB-125B-9EF5-A1EA22B0A5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816" y="867614"/>
            <a:ext cx="10486048" cy="888237"/>
          </a:xfrm>
          <a:prstGeom prst="rect">
            <a:avLst/>
          </a:prstGeom>
        </p:spPr>
        <p:txBody>
          <a:bodyPr/>
          <a:lstStyle>
            <a:lvl1pPr>
              <a:defRPr b="1" baseline="0"/>
            </a:lvl1pPr>
          </a:lstStyle>
          <a:p>
            <a:pPr lvl="0"/>
            <a:r>
              <a:rPr lang="de-DE" dirty="0"/>
              <a:t>Titel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FF16F0F0-85A8-EF46-997E-892228062A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816" y="2045420"/>
            <a:ext cx="10486048" cy="840836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03B2D0ED-B760-4E5E-6934-9B63E1C66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4027" y="3185476"/>
            <a:ext cx="10486048" cy="1169632"/>
          </a:xfrm>
          <a:prstGeom prst="rect">
            <a:avLst/>
          </a:prstGeom>
        </p:spPr>
        <p:txBody>
          <a:bodyPr/>
          <a:lstStyle>
            <a:lvl1pPr>
              <a:defRPr sz="2203"/>
            </a:lvl1pPr>
          </a:lstStyle>
          <a:p>
            <a:pPr lvl="0"/>
            <a:r>
              <a:rPr lang="de-DE" dirty="0"/>
              <a:t>Name: 		Nachname, Vorname</a:t>
            </a:r>
            <a:br>
              <a:rPr lang="de-DE" dirty="0"/>
            </a:br>
            <a:r>
              <a:rPr lang="de-DE" dirty="0"/>
              <a:t>Abteilung: 		OE410/420</a:t>
            </a:r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F1638FF1-2260-9413-6772-DF0C373B7DA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1376100" y="867614"/>
            <a:ext cx="3103660" cy="348749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95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 userDrawn="1"/>
        </p:nvSpPr>
        <p:spPr>
          <a:xfrm>
            <a:off x="641342" y="4662358"/>
            <a:ext cx="12851448" cy="654287"/>
          </a:xfrm>
          <a:prstGeom prst="rect">
            <a:avLst/>
          </a:prstGeom>
        </p:spPr>
        <p:txBody>
          <a:bodyPr lIns="152002" tIns="76001" rIns="152002" bIns="76001" anchor="ctr" anchorCtr="0"/>
          <a:lstStyle>
            <a:lvl1pPr algn="l" defTabSz="3298825" rtl="0" eaLnBrk="0" fontAlgn="base" hangingPunct="0">
              <a:spcBef>
                <a:spcPct val="0"/>
              </a:spcBef>
              <a:spcAft>
                <a:spcPct val="0"/>
              </a:spcAft>
              <a:defRPr sz="6000" b="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298825" rtl="0" eaLnBrk="0" fontAlgn="base" hangingPunct="0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2pPr>
            <a:lvl3pPr algn="ctr" defTabSz="3298825" rtl="0" eaLnBrk="0" fontAlgn="base" hangingPunct="0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3pPr>
            <a:lvl4pPr algn="ctr" defTabSz="3298825" rtl="0" eaLnBrk="0" fontAlgn="base" hangingPunct="0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4pPr>
            <a:lvl5pPr algn="ctr" defTabSz="3298825" rtl="0" eaLnBrk="0" fontAlgn="base" hangingPunct="0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5pPr>
            <a:lvl6pPr marL="418247" algn="ctr" defTabSz="3299512" rtl="0" fontAlgn="base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6pPr>
            <a:lvl7pPr marL="836497" algn="ctr" defTabSz="3299512" rtl="0" fontAlgn="base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7pPr>
            <a:lvl8pPr marL="1254744" algn="ctr" defTabSz="3299512" rtl="0" fontAlgn="base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8pPr>
            <a:lvl9pPr marL="1672992" algn="ctr" defTabSz="3299512" rtl="0" fontAlgn="base">
              <a:spcBef>
                <a:spcPct val="0"/>
              </a:spcBef>
              <a:spcAft>
                <a:spcPct val="0"/>
              </a:spcAft>
              <a:defRPr sz="159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 lang="de-DE" sz="2753" b="0" kern="0" dirty="0"/>
          </a:p>
        </p:txBody>
      </p:sp>
      <p:pic>
        <p:nvPicPr>
          <p:cNvPr id="10" name="Picture 74" descr="IWFjpeg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981" y="18731088"/>
            <a:ext cx="4561027" cy="1561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5" descr="IPKjpeg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67" y="18732307"/>
            <a:ext cx="3060192" cy="1560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61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1513519" rtl="0" eaLnBrk="0" fontAlgn="base" hangingPunct="0">
        <a:spcBef>
          <a:spcPct val="0"/>
        </a:spcBef>
        <a:spcAft>
          <a:spcPct val="0"/>
        </a:spcAft>
        <a:defRPr sz="3121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ctr" defTabSz="1513519" rtl="0" eaLnBrk="0" fontAlgn="base" hangingPunct="0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2pPr>
      <a:lvl3pPr algn="ctr" defTabSz="1513519" rtl="0" eaLnBrk="0" fontAlgn="base" hangingPunct="0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3pPr>
      <a:lvl4pPr algn="ctr" defTabSz="1513519" rtl="0" eaLnBrk="0" fontAlgn="base" hangingPunct="0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4pPr>
      <a:lvl5pPr algn="ctr" defTabSz="1513519" rtl="0" eaLnBrk="0" fontAlgn="base" hangingPunct="0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5pPr>
      <a:lvl6pPr marL="191894" algn="ctr" defTabSz="1513834" rtl="0" fontAlgn="base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6pPr>
      <a:lvl7pPr marL="383790" algn="ctr" defTabSz="1513834" rtl="0" fontAlgn="base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7pPr>
      <a:lvl8pPr marL="575684" algn="ctr" defTabSz="1513834" rtl="0" fontAlgn="base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8pPr>
      <a:lvl9pPr marL="767578" algn="ctr" defTabSz="1513834" rtl="0" fontAlgn="base">
        <a:spcBef>
          <a:spcPct val="0"/>
        </a:spcBef>
        <a:spcAft>
          <a:spcPct val="0"/>
        </a:spcAft>
        <a:defRPr sz="7295">
          <a:solidFill>
            <a:schemeClr val="tx2"/>
          </a:solidFill>
          <a:latin typeface="Arial" charset="0"/>
        </a:defRPr>
      </a:lvl9pPr>
    </p:titleStyle>
    <p:bodyStyle>
      <a:lvl1pPr marL="0" indent="0" algn="l" defTabSz="1513519" rtl="0" eaLnBrk="0" fontAlgn="base" hangingPunct="0">
        <a:spcBef>
          <a:spcPct val="20000"/>
        </a:spcBef>
        <a:spcAft>
          <a:spcPct val="0"/>
        </a:spcAft>
        <a:buNone/>
        <a:defRPr sz="3121" baseline="0">
          <a:solidFill>
            <a:schemeClr val="tx1"/>
          </a:solidFill>
          <a:latin typeface="+mn-lt"/>
          <a:ea typeface="+mn-ea"/>
          <a:cs typeface="+mn-cs"/>
        </a:defRPr>
      </a:lvl1pPr>
      <a:lvl2pPr marL="1229461" indent="-472702" algn="l" defTabSz="1513519" rtl="0" eaLnBrk="0" fontAlgn="base" hangingPunct="0">
        <a:spcBef>
          <a:spcPct val="20000"/>
        </a:spcBef>
        <a:spcAft>
          <a:spcPct val="0"/>
        </a:spcAft>
        <a:buChar char="–"/>
        <a:defRPr sz="4634">
          <a:solidFill>
            <a:schemeClr val="tx1"/>
          </a:solidFill>
          <a:latin typeface="+mn-lt"/>
        </a:defRPr>
      </a:lvl2pPr>
      <a:lvl3pPr marL="1892265" indent="-378744" algn="l" defTabSz="1513519" rtl="0" eaLnBrk="0" fontAlgn="base" hangingPunct="0">
        <a:spcBef>
          <a:spcPct val="20000"/>
        </a:spcBef>
        <a:spcAft>
          <a:spcPct val="0"/>
        </a:spcAft>
        <a:buChar char="•"/>
        <a:defRPr sz="3992">
          <a:solidFill>
            <a:schemeClr val="tx1"/>
          </a:solidFill>
          <a:latin typeface="+mn-lt"/>
        </a:defRPr>
      </a:lvl3pPr>
      <a:lvl4pPr marL="2649752" indent="-378016" algn="l" defTabSz="1513519" rtl="0" eaLnBrk="0" fontAlgn="base" hangingPunct="0">
        <a:spcBef>
          <a:spcPct val="20000"/>
        </a:spcBef>
        <a:spcAft>
          <a:spcPct val="0"/>
        </a:spcAft>
        <a:buChar char="–"/>
        <a:defRPr sz="3304">
          <a:solidFill>
            <a:schemeClr val="tx1"/>
          </a:solidFill>
          <a:latin typeface="+mn-lt"/>
        </a:defRPr>
      </a:lvl4pPr>
      <a:lvl5pPr marL="3406512" indent="-378016" algn="l" defTabSz="1513519" rtl="0" eaLnBrk="0" fontAlgn="base" hangingPunct="0">
        <a:spcBef>
          <a:spcPct val="20000"/>
        </a:spcBef>
        <a:spcAft>
          <a:spcPct val="0"/>
        </a:spcAft>
        <a:buChar char="»"/>
        <a:defRPr sz="3304">
          <a:solidFill>
            <a:schemeClr val="tx1"/>
          </a:solidFill>
          <a:latin typeface="+mn-lt"/>
        </a:defRPr>
      </a:lvl5pPr>
      <a:lvl6pPr marL="3598689" indent="-378458" algn="l" defTabSz="1513834" rtl="0" fontAlgn="base">
        <a:spcBef>
          <a:spcPct val="20000"/>
        </a:spcBef>
        <a:spcAft>
          <a:spcPct val="0"/>
        </a:spcAft>
        <a:buChar char="»"/>
        <a:defRPr sz="3304">
          <a:solidFill>
            <a:schemeClr val="tx1"/>
          </a:solidFill>
          <a:latin typeface="+mn-lt"/>
        </a:defRPr>
      </a:lvl6pPr>
      <a:lvl7pPr marL="3790583" indent="-378458" algn="l" defTabSz="1513834" rtl="0" fontAlgn="base">
        <a:spcBef>
          <a:spcPct val="20000"/>
        </a:spcBef>
        <a:spcAft>
          <a:spcPct val="0"/>
        </a:spcAft>
        <a:buChar char="»"/>
        <a:defRPr sz="3304">
          <a:solidFill>
            <a:schemeClr val="tx1"/>
          </a:solidFill>
          <a:latin typeface="+mn-lt"/>
        </a:defRPr>
      </a:lvl7pPr>
      <a:lvl8pPr marL="3982480" indent="-378458" algn="l" defTabSz="1513834" rtl="0" fontAlgn="base">
        <a:spcBef>
          <a:spcPct val="20000"/>
        </a:spcBef>
        <a:spcAft>
          <a:spcPct val="0"/>
        </a:spcAft>
        <a:buChar char="»"/>
        <a:defRPr sz="3304">
          <a:solidFill>
            <a:schemeClr val="tx1"/>
          </a:solidFill>
          <a:latin typeface="+mn-lt"/>
        </a:defRPr>
      </a:lvl8pPr>
      <a:lvl9pPr marL="4174373" indent="-378458" algn="l" defTabSz="1513834" rtl="0" fontAlgn="base">
        <a:spcBef>
          <a:spcPct val="20000"/>
        </a:spcBef>
        <a:spcAft>
          <a:spcPct val="0"/>
        </a:spcAft>
        <a:buChar char="»"/>
        <a:defRPr sz="3304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1pPr>
      <a:lvl2pPr marL="191894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2pPr>
      <a:lvl3pPr marL="383790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3pPr>
      <a:lvl4pPr marL="575684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4pPr>
      <a:lvl5pPr marL="767578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5pPr>
      <a:lvl6pPr marL="959472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6pPr>
      <a:lvl7pPr marL="1151368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7pPr>
      <a:lvl8pPr marL="1343262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8pPr>
      <a:lvl9pPr marL="1535156" algn="l" defTabSz="383790" rtl="0" eaLnBrk="1" latinLnBrk="0" hangingPunct="1">
        <a:defRPr sz="7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735" userDrawn="1">
          <p15:clr>
            <a:srgbClr val="F26B43"/>
          </p15:clr>
        </p15:guide>
        <p15:guide id="2" pos="4762" userDrawn="1">
          <p15:clr>
            <a:srgbClr val="F26B43"/>
          </p15:clr>
        </p15:guide>
        <p15:guide id="3" pos="9113" userDrawn="1">
          <p15:clr>
            <a:srgbClr val="F26B43"/>
          </p15:clr>
        </p15:guide>
        <p15:guide id="4" orient="horz" pos="524" userDrawn="1">
          <p15:clr>
            <a:srgbClr val="F26B43"/>
          </p15:clr>
        </p15:guide>
        <p15:guide id="5" orient="horz" pos="12946" userDrawn="1">
          <p15:clr>
            <a:srgbClr val="F26B43"/>
          </p15:clr>
        </p15:guide>
        <p15:guide id="6" pos="41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31F81AF-347C-2AEA-1660-5B65F8DE95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05DDE2F-B49D-E62B-00B9-F1C99A7236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033519F-BB2A-3C2F-D991-223B9EBF77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5BB1334-4355-8FBB-049E-BA2EEFE4C4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C9517337-9C49-DF31-AB77-9AE138FCC42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70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B8E9F3FA-0B14-64CA-33A4-AFB6C5F6B83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783E3123-312E-FFA1-1063-69334FDB97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146EF27-D658-D19C-5EA8-E0AA452384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4D0A257-30D3-B89D-1D3B-C33E4373A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714C1E3-6758-E8E1-5D2A-1211986A1B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A2729DA-A615-08F0-3F27-F26569B284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42500C0-BD28-34F2-83C0-D0F1BA3968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A010CDA-A85A-8336-F759-DB6BEA748E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4387AEAB-8602-FE74-FF49-AA4D5B8B26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48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9DC8AA3-0A0E-34A3-971A-81C656ECC0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C37D392-53E0-372F-9B95-932A7BEB83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F6C7004-BA30-BD79-F155-4C2A1B66D9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4DA2D0B5-F882-5178-C428-4236E5E24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17FD01B-4EEE-BC06-0FAD-46EC57EFD7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ACBED3B-F2A4-A550-2EBE-DEB405FAE8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9BD81A1-2106-9740-45FF-7BDA7F1FDE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215339A-1D21-1DF3-40FF-01187FAA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71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4EEE4D6-C5D9-9A74-5F28-75BA1260D4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A6C1394-4EEC-9F88-4BD1-D09A34BD61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5519837-13B4-92EC-6119-6247421217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C27C37A7-8870-1449-3105-F8C0ADDBA7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11E9010-18C6-B063-65DD-FF92303CD2C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Bildplatzhalter 13">
            <a:extLst>
              <a:ext uri="{FF2B5EF4-FFF2-40B4-BE49-F238E27FC236}">
                <a16:creationId xmlns:a16="http://schemas.microsoft.com/office/drawing/2014/main" id="{DD85D257-FAD8-FB43-5028-D30732A3700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50850455-D7E7-0DF7-3FDD-EEA3BA293FE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FFFF3D0C-2C8D-8BE4-9959-3FF5761D20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3EE01026-7D02-043A-B982-0F244BC49A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A3CCCFB-0D3F-AB38-1B68-03B8831A25A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0C8691F-AED5-479C-715B-C7933657A2A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3174C7B-A0AF-0D28-5CD4-318F1CB9A6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643D420-5A29-52A9-6E6D-39D78284B0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AD3110D-F568-9F8D-8CC0-33BEC1B89E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857ABB0-0F62-7787-37D3-9181745192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F8979C77-2B26-C7F9-930C-D55B5F797D6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00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A4BA6682-B5BB-4E61-F77C-2B2347E1E4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1" name="Textplatzhalter 30">
            <a:extLst>
              <a:ext uri="{FF2B5EF4-FFF2-40B4-BE49-F238E27FC236}">
                <a16:creationId xmlns:a16="http://schemas.microsoft.com/office/drawing/2014/main" id="{487D09F5-DBA5-C7C5-2071-EA39D5D4DF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417BDA5-3312-AAF5-5E1A-E152D8F612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5555CCB3-18A9-377A-31D0-77A79767DE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B90543A9-04A0-E16D-C388-0938AF6341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9" name="Textplatzhalter 38">
            <a:extLst>
              <a:ext uri="{FF2B5EF4-FFF2-40B4-BE49-F238E27FC236}">
                <a16:creationId xmlns:a16="http://schemas.microsoft.com/office/drawing/2014/main" id="{28D79039-2743-5554-A95F-400A21985D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45B28396-ABE2-2E6A-6C41-87BF768E883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CB42FCE9-D403-67E3-2318-D9F61F3E1E5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7E8E12AE-2C24-4F39-ECC4-DB17284DB77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A92BC199-7D25-0AD3-578D-9C12BA76CD5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0E00A56A-38DB-76FD-C4FF-2BB69A3E85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FF4C895E-1D86-4544-6278-272A3CB175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53FF875E-E217-92EE-7AEC-FC7C8C97D96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EA27F9DB-1B50-46D6-B20D-454B1F89499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CB719251-0FC4-CD16-28F5-914AC8BE17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53453DC3-BD6F-05C9-C39C-FD4622AE8F1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2ACA77A0-8ACD-5CAA-0C3A-CD8ECE20C8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64351F94-FC32-F3F0-A856-66B78C0A25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>
            <a:extLst>
              <a:ext uri="{FF2B5EF4-FFF2-40B4-BE49-F238E27FC236}">
                <a16:creationId xmlns:a16="http://schemas.microsoft.com/office/drawing/2014/main" id="{E6A08E50-E3FC-BE57-21A8-94D3B819B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72F1A690-2824-1C25-873B-94B41B38C0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65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27C2F5D-C4A5-0E96-95D0-9DBD4ED2CE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2264A47-7D78-E872-1354-4EC5B486F8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3CE74A2-B4FC-78FA-7744-8D1124EF9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1CDE1EF-6CD2-C20D-5EBF-58EC49E278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5F0B80DC-83A4-08ED-DB1D-278B302A2C4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9854504D-18A4-0BAA-2E45-4CEB2D13980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4DE5651-BC87-0E92-446D-EC4BCF3E44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3313DCC-225E-DC9B-92F1-0D6A407E6F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3B20832-2EBE-1E28-7C32-AA29712CCF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CB66908-CB18-F632-EAF7-0F35692E0C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FAF3FB5-6B6F-8751-FB28-0F3EFB5289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F2555DFA-A964-0D40-C6A9-E6ADA4A806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159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FDDE5CB-8281-B680-146A-06F9DC5EAA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647363-5CAE-1EEF-197B-0BB27E089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23421B5-B827-668A-AC3A-FECBF673D2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CD3AE61-C07F-1CE6-D276-259A332A56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135106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für Poster IPK IWF 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CCECFF"/>
            </a:gs>
            <a:gs pos="100000">
              <a:schemeClr val="bg1"/>
            </a:gs>
          </a:gsLst>
          <a:lin ang="5400000" scaled="1"/>
        </a:gradFill>
        <a:ln w="9525">
          <a:solidFill>
            <a:schemeClr val="tx1"/>
          </a:solidFill>
          <a:miter lim="800000"/>
          <a:headEnd/>
          <a:tailEnd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wrap="none" lIns="83649" tIns="41825" rIns="83649" bIns="41825" anchor="ctr"/>
      <a:lstStyle>
        <a:defPPr defTabSz="3299512">
          <a:defRPr dirty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606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7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BC98892B13EBD4C96DE839899B1F7E8" ma:contentTypeVersion="2" ma:contentTypeDescription="Ein neues Dokument erstellen." ma:contentTypeScope="" ma:versionID="7f1647c7e26cf1aaa2ae09a6264eed4d">
  <xsd:schema xmlns:xsd="http://www.w3.org/2001/XMLSchema" xmlns:xs="http://www.w3.org/2001/XMLSchema" xmlns:p="http://schemas.microsoft.com/office/2006/metadata/properties" xmlns:ns2="614e6d92-d870-4753-a268-af81c63207db" targetNamespace="http://schemas.microsoft.com/office/2006/metadata/properties" ma:root="true" ma:fieldsID="844e33b75f44aec0377a32fae0839e2c" ns2:_="">
    <xsd:import namespace="614e6d92-d870-4753-a268-af81c63207d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4e6d92-d870-4753-a268-af81c63207d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9B9FC2D-3AFA-47D8-A9A1-C182A90F3C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4e6d92-d870-4753-a268-af81c63207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81AEB8-5E71-4462-96EC-D1453AD4E9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3BE883-82C1-4337-9E9A-4FD6AF642C7A}">
  <ds:schemaRefs>
    <ds:schemaRef ds:uri="http://www.w3.org/XML/1998/namespace"/>
    <ds:schemaRef ds:uri="http://purl.org/dc/elements/1.1/"/>
    <ds:schemaRef ds:uri="614e6d92-d870-4753-a268-af81c63207d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0" baseType="lpstr">
      <vt:lpstr>Arial</vt:lpstr>
      <vt:lpstr>Wingdings</vt:lpstr>
      <vt:lpstr>Master für Poster IPK IWF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TU Berlin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bruecher</dc:creator>
  <cp:lastModifiedBy>Waßelewsky, Ferdinand</cp:lastModifiedBy>
  <cp:revision>136</cp:revision>
  <dcterms:created xsi:type="dcterms:W3CDTF">2004-07-27T09:48:46Z</dcterms:created>
  <dcterms:modified xsi:type="dcterms:W3CDTF">2024-10-18T11:10:50Z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0x0101003BC98892B13EBD4C96DE839899B1F7E8</vt:lpwstr>
  </property>
  <property fmtid="{D5CDD505-2E9C-101B-9397-08002B2CF9AE}" pid="3" name="_dlc_DocIdItemGuid">
    <vt:lpwstr>f13eea9f-7d42-4ad9-818e-bdd47d302126</vt:lpwstr>
  </property>
</Properties>
</file>